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Passport Travel Readiness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Data Science  |  NLP  | 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Why This Topic?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Airports handle millions of diverse travelers daily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Inclusive travel needs are often overlooked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Manual feedback analysis is slow &amp; error-prone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Need for automated NLP-based travel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No system for inclusive passenger data collection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Travel feedback remains unanalyzed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No automated sentiment/entity/summary extraction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No visual dashboard for travel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15568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What We Overcame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Built complete GUI with 18-field registration form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TextBlob sentiment analysis pipeline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SpaCy NER + Regex for entity extraction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Keyword-based text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4-plot Matplotlib visualization dashboard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Auto-processing on window open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Inclusive fields: accessibility, medical, dietary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Clean CSV pipeline with 10 complete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Tkinter GUI Framework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home.py - Dashboard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registration.py - Entry Form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feedback_gui.py - Sentiment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summary_gui.py - Summary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ner_gui.py - NER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plot_gui.py -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47472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Python Data Processing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Pandas - CSV I/O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TextBlob - Sentiment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SpaCy - NER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Regex - Passport Extract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Matplotlib - Charts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NumPy - Numerical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097280"/>
            <a:ext cx="384048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Data Flow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Registration Form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passenger_registration.csv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→ sentiment_analysis.csv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→ feedback_summary.csv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→ entity_extraction.csv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Visual Insights (4 Plots)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338560" cy="1920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Python 3.13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Tkinter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Pandas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Matplotlib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SpaCy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TextBlob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NumPy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52760" y="5212080"/>
            <a:ext cx="1234440" cy="45720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60" y="5257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CSV Data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passenger_registration.csv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577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Full_Name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Passport_Number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Destination_Country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Travel_Purpose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Rahul Sharma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P1234567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France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Tourism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Ananya Verma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P2345678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Japan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Education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Mohit Khan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P3456789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UAE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Business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Sneha Kulkarni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P4567890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Germany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Tourism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Amit Patel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P5678901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Business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sentiment_analysis.csv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577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Full_Name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Destination_Country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Sentiment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Rahul Sharma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France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Positive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Ananya Verma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Japan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Mohit Khan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UAE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Sneha Kulkarni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Germany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Positive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Amit Patel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Negative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feedback_summary.csv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06240"/>
          <a:ext cx="5577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Full_Name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Summary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Rahul Sharma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points: smooth, security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Ananya Verma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points: helpful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Mohit Khan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points: baggage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Sneha Kulkarni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points: quick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Amit Patel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points: baggage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entity_extraction.csv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4206240"/>
          <a:ext cx="557784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Rahul Sharma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PERSON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France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GPE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P1234567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PASSPORT_NUMBER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Ananya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GPE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Japan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P2345678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PASSPORT_NUMBER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Mohit Khan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PERSON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UAE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GPE</a:t>
                      </a:r>
                    </a:p>
                  </a:txBody>
                  <a:tcPr anchor="ctr">
                    <a:solidFill>
                      <a:srgbClr val="1621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Application 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Replace placeholders with your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Home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Main navigation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103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Passenger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14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18-field registration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26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56616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103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Feedback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TextBlob sentiment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Text Summarization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Keyword-based 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3192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93192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NER + Regex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074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Entity extraction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486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931920"/>
            <a:ext cx="35661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93192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Visual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074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4-plot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486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[Paste 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Visual Insights &amp; Key Findings</a:t>
            </a:r>
          </a:p>
        </p:txBody>
      </p:sp>
      <p:pic>
        <p:nvPicPr>
          <p:cNvPr id="3" name="Picture 2" descr="_plot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005840"/>
            <a:ext cx="3657600" cy="5303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10 passengers registered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10 unique destinations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4 first-time travelers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5 with accessibility needs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Sentiment Breakdown: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✓ Positive: 6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‒ Neutral: 3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✗ Negative: 1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Top Purposes: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Tourism: 4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Business: 3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  Education: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End-to-end travel data management system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NLP pipeline: Sentiment + NER + Summarization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Interactive Tkinter GUI with 6 modules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4-plot visual dashboard for pattern analysis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Inclusive design: accessibility, health, dietary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Clean CSV data pipeline with auto-generation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Database integration (SQLite / PostgreSQL)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ML-based sentiment (transformers / BERT)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Real-time flight API integration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Web-based UI (Flask / Streamlit)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Multi-language NER support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 Predictive analytics for travel 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15568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Passport Travel Readiness System  |  Data Science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