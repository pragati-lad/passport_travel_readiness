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Passport Travel Readiness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Segoe UI"/>
              </a:defRPr>
            </a:pPr>
            <a:r>
              <a:t>Data Science Case Study  |  NLP  |  Visualization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2011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8BDF8"/>
                </a:solidFill>
                <a:latin typeface="Segoe UI"/>
              </a:defRPr>
            </a:pPr>
            <a:r>
              <a:t>Why This Topic?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Segoe UI"/>
              </a:defRPr>
            </a:pPr>
            <a:r>
              <a:t>•  Airports handle millions of diverse passengers daily</a:t>
            </a:r>
            <a:br/>
            <a:r>
              <a:t>•  Inclusive travel (accessibility, medical, dietary) is often overlooked</a:t>
            </a:r>
            <a:br/>
            <a:r>
              <a:t>•  Manual feedback processing is slow and error-prone</a:t>
            </a:r>
            <a:br/>
            <a:r>
              <a:t>•  Need for automated NLP-based insights from traveler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5303520" cy="20116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B923C"/>
                </a:solidFill>
                <a:latin typeface="Segoe UI"/>
              </a:defRPr>
            </a:pPr>
            <a:r>
              <a:t>Problem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46888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Segoe UI"/>
              </a:defRPr>
            </a:pPr>
            <a:r>
              <a:t>•  No centralized system for inclusive passenger data collection</a:t>
            </a:r>
            <a:br/>
            <a:r>
              <a:t>•  Travel feedback remains unanalyzed and unstructured</a:t>
            </a:r>
            <a:br/>
            <a:r>
              <a:t>•  Lack of automated sentiment, entity, and summary extraction</a:t>
            </a:r>
            <a:br/>
            <a:r>
              <a:t>•  No visual dashboard for travel pattern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10881360" cy="2286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2C55E"/>
                </a:solidFill>
                <a:latin typeface="Segoe UI"/>
              </a:defRPr>
            </a:pPr>
            <a:r>
              <a:t>What We Overcame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75488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Segoe UI"/>
              </a:defRPr>
            </a:pPr>
            <a:r>
              <a:t>•  Built a complete GUI-based data entry system with 18 fields</a:t>
            </a:r>
            <a:br/>
            <a:r>
              <a:t>•  Integrated TextBlob for real-time sentiment analysis</a:t>
            </a:r>
            <a:br/>
            <a:r>
              <a:t>•  Used SpaCy NER + Regex for entity extraction</a:t>
            </a:r>
            <a:br/>
            <a:r>
              <a:t>•  Created keyword-based text summarization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75488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1"/>
                </a:solidFill>
                <a:latin typeface="Segoe UI"/>
              </a:defRPr>
            </a:pPr>
            <a:r>
              <a:t>•  Designed 4-plot visualization dashboard with Matplotlib</a:t>
            </a:r>
            <a:br/>
            <a:r>
              <a:t>•  Handled venv path issues for seamless subprocess launching</a:t>
            </a:r>
            <a:br/>
            <a:r>
              <a:t>•  Ensured all CSV outputs auto-generate on window open</a:t>
            </a:r>
            <a:br/>
            <a:r>
              <a:t>•  Focused on inclusive travel: accessibility, medical, dietary needs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Frontend &amp; Backend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303520" cy="4846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8BDF8"/>
                </a:solidFill>
                <a:latin typeface="Segoe UI"/>
              </a:defRPr>
            </a:pPr>
            <a:r>
              <a:t>Frontend (GUI)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Technology: Tkinter (Python)</a:t>
            </a:r>
            <a:br/>
            <a:br/>
            <a:r>
              <a:t>•  home.py — Main dashboard with navigation buttons</a:t>
            </a:r>
            <a:br/>
            <a:r>
              <a:t>•  registration.py — Scrollable form with 18 input fields</a:t>
            </a:r>
            <a:br/>
            <a:r>
              <a:t>     (personal info, travel details, accessibility, health)</a:t>
            </a:r>
            <a:br/>
            <a:r>
              <a:t>•  feedback_gui.py — Sentiment analysis display</a:t>
            </a:r>
            <a:br/>
            <a:r>
              <a:t>•  summary_gui.py — Text summarization display</a:t>
            </a:r>
            <a:br/>
            <a:r>
              <a:t>•  ner_gui.py — Entity extraction display</a:t>
            </a:r>
            <a:br/>
            <a:r>
              <a:t>•  plot_gui.py — 4-chart visualization dashboard</a:t>
            </a:r>
            <a:br/>
            <a:br/>
            <a:r>
              <a:t>Features:</a:t>
            </a:r>
            <a:br/>
            <a:r>
              <a:t>•  Auto-processing on window open (no extra clicks)</a:t>
            </a:r>
            <a:br/>
            <a:r>
              <a:t>•  Responsive text areas that resize on maximize</a:t>
            </a:r>
            <a:br/>
            <a:r>
              <a:t>•  Scrollable registration form for all 18 fields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303520" cy="4846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2C55E"/>
                </a:solidFill>
                <a:latin typeface="Segoe UI"/>
              </a:defRPr>
            </a:pPr>
            <a:r>
              <a:t>Backend (Data Processing)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01168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Segoe UI"/>
              </a:defRPr>
            </a:pPr>
            <a:r>
              <a:t>Technologies:</a:t>
            </a:r>
            <a:br/>
            <a:br/>
            <a:r>
              <a:t>•  Pandas — Data manipulation &amp; CSV I/O</a:t>
            </a:r>
            <a:br/>
            <a:r>
              <a:t>•  TextBlob — Sentiment analysis (Positive/Negative/Neutral)</a:t>
            </a:r>
            <a:br/>
            <a:r>
              <a:t>•  SpaCy (en_core_web_sm) — Named Entity Recognition</a:t>
            </a:r>
            <a:br/>
            <a:r>
              <a:t>•  Regex — Passport number extraction</a:t>
            </a:r>
            <a:br/>
            <a:r>
              <a:t>•  Matplotlib — Data visualization (4 plot types)</a:t>
            </a:r>
            <a:br/>
            <a:r>
              <a:t>•  NumPy — Numerical computing</a:t>
            </a:r>
            <a:br/>
            <a:br/>
            <a:r>
              <a:t>Data Pipeline:</a:t>
            </a:r>
            <a:br/>
            <a:r>
              <a:t>•  Registration → passenger_registration.csv</a:t>
            </a:r>
            <a:br/>
            <a:r>
              <a:t>•  Feedback → sentiment_analysis.csv</a:t>
            </a:r>
            <a:br/>
            <a:r>
              <a:t>•  Summary → feedback_summary.csv</a:t>
            </a:r>
            <a:br/>
            <a:r>
              <a:t>•  NER → entity_extraction.csv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CSV Data Generated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577840" cy="2560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8BDF8"/>
                </a:solidFill>
                <a:latin typeface="Segoe UI"/>
              </a:defRPr>
            </a:pPr>
            <a:r>
              <a:t>passenger_registration.csv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Consolas"/>
              </a:defRPr>
            </a:pPr>
            <a:r>
              <a:t>Full_Name  |  Passport_Number  |  Destination_Country  |  Travel_Purpose  |  Group_Size</a:t>
            </a:r>
            <a:br/>
            <a:r>
              <a:t>────────────────────────────────────────────────────────────────────────────────</a:t>
            </a:r>
            <a:br/>
            <a:r>
              <a:t>Rahul Sharma  |  P1234567  |  France  |  Tourism  |  4</a:t>
            </a:r>
            <a:br/>
            <a:r>
              <a:t>Ananya Verma  |  P2345678  |  Japan  |  Education  |  1</a:t>
            </a:r>
            <a:br/>
            <a:r>
              <a:t>Mohit Khan  |  P3456789  |  UAE  |  Business  |  3</a:t>
            </a:r>
            <a:br/>
            <a:r>
              <a:t>Sneha Kulkarni  |  P4567890  |  Germany  |  Tourism  |  2</a:t>
            </a:r>
            <a:br/>
            <a:r>
              <a:t>Amit Patel  |  P5678901  |  USA  |  Business  |  5</a:t>
            </a:r>
            <a:br/>
            <a:r>
              <a:t>... and 5 more rows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577840" cy="2560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2C55E"/>
                </a:solidFill>
                <a:latin typeface="Segoe UI"/>
              </a:defRPr>
            </a:pPr>
            <a:r>
              <a:t>sentiment_analysis.csv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Consolas"/>
              </a:defRPr>
            </a:pPr>
            <a:r>
              <a:t>Full_Name  |  Destination_Country  |  Sentiment</a:t>
            </a:r>
            <a:br/>
            <a:r>
              <a:t>───────────────────────────────────────────────</a:t>
            </a:r>
            <a:br/>
            <a:r>
              <a:t>Rahul Sharma  |  France  |  Positive</a:t>
            </a:r>
            <a:br/>
            <a:r>
              <a:t>Ananya Verma  |  Japan  |  Neutral</a:t>
            </a:r>
            <a:br/>
            <a:r>
              <a:t>Mohit Khan  |  UAE  |  Neutral</a:t>
            </a:r>
            <a:br/>
            <a:r>
              <a:t>Sneha Kulkarni  |  Germany  |  Positive</a:t>
            </a:r>
            <a:br/>
            <a:r>
              <a:t>Amit Patel  |  USA  |  Negative</a:t>
            </a:r>
            <a:br/>
            <a:r>
              <a:t>... and 5 more rows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931920"/>
            <a:ext cx="5577840" cy="2560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0233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B923C"/>
                </a:solidFill>
                <a:latin typeface="Segoe UI"/>
              </a:defRPr>
            </a:pPr>
            <a:r>
              <a:t>feedback_summary.csv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34840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Consolas"/>
              </a:defRPr>
            </a:pPr>
            <a:r>
              <a:t>Full_Name  |  Travel_Feedback  |  Summary</a:t>
            </a:r>
            <a:br/>
            <a:r>
              <a:t>─────────────────────────────────────────</a:t>
            </a:r>
            <a:br/>
            <a:r>
              <a:t>Rahul Sharma  |  Travelling with fami  |  Key points: smooth, </a:t>
            </a:r>
            <a:br/>
            <a:r>
              <a:t>Ananya Verma  |  Solo travel experien  |  Key points: helpful</a:t>
            </a:r>
            <a:br/>
            <a:r>
              <a:t>Mohit Khan  |  Business travel was   |  Key points: baggage</a:t>
            </a:r>
            <a:br/>
            <a:r>
              <a:t>Sneha Kulkarni  |  Couple travel was co  |  Key points: quick</a:t>
            </a:r>
            <a:br/>
            <a:r>
              <a:t>Amit Patel  |  Group travel took lo  |  Key points: baggage</a:t>
            </a:r>
            <a:br/>
            <a:r>
              <a:t>... and 5 more rows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577840" cy="25603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0233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855F7"/>
                </a:solidFill>
                <a:latin typeface="Segoe UI"/>
              </a:defRPr>
            </a:pPr>
            <a:r>
              <a:t>entity_extraction.csv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434840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BD5E1"/>
                </a:solidFill>
                <a:latin typeface="Consolas"/>
              </a:defRPr>
            </a:pPr>
            <a:r>
              <a:t>Entity  |  Type</a:t>
            </a:r>
            <a:br/>
            <a:r>
              <a:t>───────────────</a:t>
            </a:r>
            <a:br/>
            <a:r>
              <a:t>Rahul Sharma  |  PERSON</a:t>
            </a:r>
            <a:br/>
            <a:r>
              <a:t>France  |  GPE</a:t>
            </a:r>
            <a:br/>
            <a:r>
              <a:t>P1234567  |  PASSPORT_NUMBER</a:t>
            </a:r>
            <a:br/>
            <a:r>
              <a:t>Ananya  |  GPE</a:t>
            </a:r>
            <a:br/>
            <a:r>
              <a:t>Japan  |  GPE</a:t>
            </a:r>
            <a:br/>
            <a:r>
              <a:t>... and 24 more rows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GUI Screenshots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Segoe UI"/>
              </a:defRPr>
            </a:pPr>
            <a:r>
              <a:t>Paste your screenshots below — replace the placeholders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474720" cy="2286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Home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3463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[Paste Screenshot Here]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1554480"/>
            <a:ext cx="3474720" cy="2286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2377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Passenger Entry 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83463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[Paste Screenshot Here]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1554480"/>
            <a:ext cx="3474720" cy="2286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23774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Feedback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3463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[Paste Screenshot Here]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14800"/>
            <a:ext cx="3474720" cy="2286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9377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Text Summarization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3949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[Paste Screenshot Here]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0" y="4114800"/>
            <a:ext cx="3474720" cy="2286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0" y="49377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NER + Regex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53949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[Paste Screenshot Here]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4114800"/>
            <a:ext cx="3474720" cy="22860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9377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8BDF8"/>
                </a:solidFill>
                <a:latin typeface="Segoe UI"/>
              </a:defRPr>
            </a:pPr>
            <a:r>
              <a:t>Visual Insights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53949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  <a:latin typeface="Segoe UI"/>
              </a:defRPr>
            </a:pPr>
            <a:r>
              <a:t>[Paste Screenshot Here]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Visual Insights — Plots</a:t>
            </a:r>
          </a:p>
        </p:txBody>
      </p:sp>
      <p:pic>
        <p:nvPicPr>
          <p:cNvPr id="3" name="Picture 2" descr="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698480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